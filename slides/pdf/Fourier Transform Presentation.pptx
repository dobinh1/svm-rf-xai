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wav" ContentType="audio/wav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1" r:id="rId3"/>
    <p:sldId id="257" r:id="rId4"/>
    <p:sldId id="265" r:id="rId5"/>
    <p:sldId id="266" r:id="rId6"/>
    <p:sldId id="258" r:id="rId7"/>
    <p:sldId id="259" r:id="rId8"/>
    <p:sldId id="260" r:id="rId9"/>
    <p:sldId id="261" r:id="rId10"/>
    <p:sldId id="263" r:id="rId11"/>
    <p:sldId id="270" r:id="rId12"/>
    <p:sldId id="264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1680" y="-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6611A-54B8-794A-9E88-59B63F11D772}" type="datetimeFigureOut">
              <a:rPr lang="en-US" smtClean="0"/>
              <a:t>4/25/16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C59E9-5D0E-934C-A865-B7681F72E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904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9A048-6787-484A-B15C-1B4A094965F0}" type="datetimeFigureOut">
              <a:rPr lang="en-US" smtClean="0"/>
              <a:t>4/25/16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8C9D2-716A-B245-BAEE-5DED627A9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409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2091-40D9-AF48-AC8A-CD4DEE9AB905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0F5-5DBC-064D-9B96-2931815A67E8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06428-B1F7-BC4B-92ED-5E489D15512D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08BD-AB39-C44B-89A8-AF42E192B307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FC77A-9BEB-F245-9BAB-C5A66AB7A7FB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F30A-9D71-304E-839B-ED24926C200A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8C9FE-2732-EF43-B163-BB233BE50DDF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31B8E-C388-C54D-8C55-384B091F3471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D5CA-9DE2-FA4D-A301-F22BD4D98F09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2EF3-829F-B442-BACD-A6B971345300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EBA1-7FCC-9E4F-ACB6-6BED6215EF08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198-F9C7-8347-A19A-7A8C68116AD9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8899262-90A6-DD44-AFB2-5E40162F98E8}" type="datetime1">
              <a:rPr lang="en-US" smtClean="0"/>
              <a:t>4/25/16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1" Type="http://schemas.microsoft.com/office/2007/relationships/media" Target="../media/media1.wav"/><Relationship Id="rId2" Type="http://schemas.openxmlformats.org/officeDocument/2006/relationships/audio" Target="../media/media1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hysik.uni-kl.de/fileadmin/beigang/Vorlesungen/WS_07_0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889907"/>
            <a:ext cx="6498158" cy="1724867"/>
          </a:xfrm>
        </p:spPr>
        <p:txBody>
          <a:bodyPr/>
          <a:lstStyle/>
          <a:p>
            <a:r>
              <a:rPr lang="en-US" dirty="0" smtClean="0"/>
              <a:t>Complex Analysis in Fourier Transform Applications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794064"/>
            <a:ext cx="6498159" cy="916641"/>
          </a:xfrm>
        </p:spPr>
        <p:txBody>
          <a:bodyPr/>
          <a:lstStyle/>
          <a:p>
            <a:r>
              <a:rPr lang="en-US" dirty="0" smtClean="0"/>
              <a:t>By Brett Kassel and Matt Mulvehill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6167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891230"/>
          </a:xfrm>
        </p:spPr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Fourier transforms</a:t>
            </a:r>
          </a:p>
          <a:p>
            <a:r>
              <a:rPr lang="en-US" dirty="0" smtClean="0"/>
              <a:t>Common Examples </a:t>
            </a:r>
          </a:p>
          <a:p>
            <a:r>
              <a:rPr lang="en-US" dirty="0" smtClean="0"/>
              <a:t>Applications of Fourier transforms</a:t>
            </a:r>
          </a:p>
          <a:p>
            <a:r>
              <a:rPr lang="en-US" dirty="0" smtClean="0"/>
              <a:t>Sound/Signal Analysis</a:t>
            </a:r>
          </a:p>
          <a:p>
            <a:r>
              <a:rPr lang="en-US" dirty="0" smtClean="0"/>
              <a:t>Program</a:t>
            </a:r>
          </a:p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834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Fourier Transform</a:t>
            </a:r>
            <a:endParaRPr lang="en-US" dirty="0"/>
          </a:p>
        </p:txBody>
      </p:sp>
      <p:pic>
        <p:nvPicPr>
          <p:cNvPr id="4" name="Picture 3" descr="Screen Shot 2016-04-23 at 5.41.4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807" y="3447234"/>
            <a:ext cx="4693762" cy="1636799"/>
          </a:xfrm>
          <a:prstGeom prst="rect">
            <a:avLst/>
          </a:prstGeom>
        </p:spPr>
      </p:pic>
      <p:pic>
        <p:nvPicPr>
          <p:cNvPr id="5" name="Picture 4" descr="Screen Shot 2016-04-23 at 5.43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807" y="1944009"/>
            <a:ext cx="5579767" cy="150322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789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307400"/>
            <a:ext cx="8042276" cy="75808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 descr="Screen Shot 2016-04-23 at 5.47.3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38" y="2699797"/>
            <a:ext cx="2882900" cy="800100"/>
          </a:xfrm>
          <a:prstGeom prst="rect">
            <a:avLst/>
          </a:prstGeom>
        </p:spPr>
      </p:pic>
      <p:pic>
        <p:nvPicPr>
          <p:cNvPr id="7" name="Picture 6" descr="Screen Shot 2016-04-23 at 5.48.5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30" y="3418674"/>
            <a:ext cx="2971800" cy="838200"/>
          </a:xfrm>
          <a:prstGeom prst="rect">
            <a:avLst/>
          </a:prstGeom>
        </p:spPr>
      </p:pic>
      <p:pic>
        <p:nvPicPr>
          <p:cNvPr id="8" name="Picture 7" descr="Screen Shot 2016-04-23 at 5.52.31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621" y="4292523"/>
            <a:ext cx="2603500" cy="635000"/>
          </a:xfrm>
          <a:prstGeom prst="rect">
            <a:avLst/>
          </a:prstGeom>
        </p:spPr>
      </p:pic>
      <p:pic>
        <p:nvPicPr>
          <p:cNvPr id="9" name="Picture 8" descr="Screen Shot 2016-04-23 at 5.52.58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829" y="5029083"/>
            <a:ext cx="1854200" cy="431800"/>
          </a:xfrm>
          <a:prstGeom prst="rect">
            <a:avLst/>
          </a:prstGeom>
        </p:spPr>
      </p:pic>
      <p:pic>
        <p:nvPicPr>
          <p:cNvPr id="10" name="Picture 9" descr="Screen Shot 2016-04-23 at 5.56.27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298" y="1984819"/>
            <a:ext cx="2451100" cy="749300"/>
          </a:xfrm>
          <a:prstGeom prst="rect">
            <a:avLst/>
          </a:prstGeom>
        </p:spPr>
      </p:pic>
      <p:pic>
        <p:nvPicPr>
          <p:cNvPr id="11" name="Picture 10" descr="Screen Shot 2016-04-23 at 5.57.20 PM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785" y="2751161"/>
            <a:ext cx="2933700" cy="749300"/>
          </a:xfrm>
          <a:prstGeom prst="rect">
            <a:avLst/>
          </a:prstGeom>
        </p:spPr>
      </p:pic>
      <p:pic>
        <p:nvPicPr>
          <p:cNvPr id="12" name="Picture 11" descr="Screen Shot 2016-04-23 at 6.01.56 PM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76" y="3505045"/>
            <a:ext cx="2692400" cy="889000"/>
          </a:xfrm>
          <a:prstGeom prst="rect">
            <a:avLst/>
          </a:prstGeom>
        </p:spPr>
      </p:pic>
      <p:pic>
        <p:nvPicPr>
          <p:cNvPr id="15" name="Picture 14" descr="Screen Shot 2016-04-23 at 6.09.52 PM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11" y="1934540"/>
            <a:ext cx="2781300" cy="901700"/>
          </a:xfrm>
          <a:prstGeom prst="rect">
            <a:avLst/>
          </a:prstGeom>
        </p:spPr>
      </p:pic>
      <p:pic>
        <p:nvPicPr>
          <p:cNvPr id="16" name="Picture 15" descr="Screen Shot 2016-04-23 at 5.52.58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240" y="1398331"/>
            <a:ext cx="1854200" cy="431800"/>
          </a:xfrm>
          <a:prstGeom prst="rect">
            <a:avLst/>
          </a:prstGeom>
        </p:spPr>
      </p:pic>
      <p:pic>
        <p:nvPicPr>
          <p:cNvPr id="17" name="Picture 16" descr="Screen Shot 2016-04-23 at 6.19.43 PM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274" y="1244159"/>
            <a:ext cx="1612900" cy="635000"/>
          </a:xfrm>
          <a:prstGeom prst="rect">
            <a:avLst/>
          </a:prstGeom>
        </p:spPr>
      </p:pic>
      <p:pic>
        <p:nvPicPr>
          <p:cNvPr id="18" name="Picture 17" descr="Screen Shot 2016-04-23 at 6.19.43 PM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240" y="4394083"/>
            <a:ext cx="1612900" cy="635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993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cont.</a:t>
            </a:r>
            <a:endParaRPr lang="en-US" dirty="0"/>
          </a:p>
        </p:txBody>
      </p:sp>
      <p:pic>
        <p:nvPicPr>
          <p:cNvPr id="5" name="Picture 4" descr="Screen Shot 2016-04-23 at 6.13.4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" y="2694290"/>
            <a:ext cx="3484212" cy="2111969"/>
          </a:xfrm>
          <a:prstGeom prst="rect">
            <a:avLst/>
          </a:prstGeom>
        </p:spPr>
      </p:pic>
      <p:pic>
        <p:nvPicPr>
          <p:cNvPr id="7" name="Picture 6" descr="Screen Shot 2016-04-23 at 6.15.0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293" y="2694290"/>
            <a:ext cx="3714866" cy="1800105"/>
          </a:xfrm>
          <a:prstGeom prst="rect">
            <a:avLst/>
          </a:prstGeom>
        </p:spPr>
      </p:pic>
      <p:pic>
        <p:nvPicPr>
          <p:cNvPr id="10" name="Picture 9" descr="Screen Shot 2016-04-23 at 6.21.46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16" y="2024518"/>
            <a:ext cx="1874244" cy="578038"/>
          </a:xfrm>
          <a:prstGeom prst="rect">
            <a:avLst/>
          </a:prstGeom>
        </p:spPr>
      </p:pic>
      <p:pic>
        <p:nvPicPr>
          <p:cNvPr id="11" name="Picture 10" descr="Screen Shot 2016-04-23 at 6.23.01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876" y="1981470"/>
            <a:ext cx="2544501" cy="578038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3444473" y="2259992"/>
            <a:ext cx="2423179" cy="3425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Left Arrow 13"/>
          <p:cNvSpPr/>
          <p:nvPr/>
        </p:nvSpPr>
        <p:spPr>
          <a:xfrm>
            <a:off x="3444473" y="4806259"/>
            <a:ext cx="2423179" cy="3634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87112" y="1813864"/>
            <a:ext cx="242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Fourier Transform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229193" y="5202277"/>
            <a:ext cx="3035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Fourier Inverse Transform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2074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Fourier Transforms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Analysis of differential equations</a:t>
            </a:r>
          </a:p>
          <a:p>
            <a:pPr lvl="1"/>
            <a:r>
              <a:rPr lang="en-US" dirty="0" smtClean="0"/>
              <a:t>Similar to Laplace transforms</a:t>
            </a:r>
            <a:endParaRPr lang="en-US" dirty="0"/>
          </a:p>
          <a:p>
            <a:r>
              <a:rPr lang="en-US" dirty="0" smtClean="0"/>
              <a:t>Fourier transform spectroscopy</a:t>
            </a:r>
          </a:p>
          <a:p>
            <a:pPr lvl="1"/>
            <a:r>
              <a:rPr lang="en-US" dirty="0" smtClean="0"/>
              <a:t>NMR and MRI</a:t>
            </a:r>
          </a:p>
          <a:p>
            <a:r>
              <a:rPr lang="en-US" dirty="0" smtClean="0"/>
              <a:t>Quantum mechanics</a:t>
            </a:r>
          </a:p>
          <a:p>
            <a:pPr lvl="1"/>
            <a:r>
              <a:rPr lang="en-US" dirty="0" smtClean="0"/>
              <a:t>ΔxΔp≥ħ/2</a:t>
            </a:r>
          </a:p>
          <a:p>
            <a:r>
              <a:rPr lang="en-US" dirty="0" smtClean="0"/>
              <a:t>Sound/ signal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373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93708"/>
            <a:ext cx="8042276" cy="884915"/>
          </a:xfrm>
        </p:spPr>
        <p:txBody>
          <a:bodyPr/>
          <a:lstStyle/>
          <a:p>
            <a:r>
              <a:rPr lang="en-US" dirty="0" smtClean="0"/>
              <a:t>Sound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234293"/>
            <a:ext cx="8042276" cy="4343400"/>
          </a:xfrm>
        </p:spPr>
        <p:txBody>
          <a:bodyPr>
            <a:normAutofit/>
          </a:bodyPr>
          <a:lstStyle/>
          <a:p>
            <a:r>
              <a:rPr lang="en-US" dirty="0" smtClean="0"/>
              <a:t>What exactly is sound?</a:t>
            </a:r>
          </a:p>
          <a:p>
            <a:pPr lvl="1"/>
            <a:r>
              <a:rPr lang="en-US" dirty="0" smtClean="0"/>
              <a:t>Lots of vibrations</a:t>
            </a:r>
          </a:p>
          <a:p>
            <a:r>
              <a:rPr lang="en-US" dirty="0" smtClean="0"/>
              <a:t>What is a frequency?</a:t>
            </a:r>
          </a:p>
          <a:p>
            <a:pPr lvl="1"/>
            <a:r>
              <a:rPr lang="en-US" dirty="0" smtClean="0"/>
              <a:t>How fast the waveform oscillates</a:t>
            </a:r>
          </a:p>
          <a:p>
            <a:r>
              <a:rPr lang="en-US" dirty="0" smtClean="0"/>
              <a:t>What is a harmonic?</a:t>
            </a:r>
          </a:p>
          <a:p>
            <a:pPr lvl="1"/>
            <a:r>
              <a:rPr lang="en-US" dirty="0" smtClean="0"/>
              <a:t>A integer multiple of a fundamental frequency</a:t>
            </a:r>
          </a:p>
          <a:p>
            <a:endParaRPr lang="en-US" dirty="0"/>
          </a:p>
          <a:p>
            <a:r>
              <a:rPr lang="en-US" dirty="0" smtClean="0"/>
              <a:t>Its all a bunch of sines and cosines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1117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5620"/>
            <a:ext cx="8042276" cy="716249"/>
          </a:xfrm>
        </p:spPr>
        <p:txBody>
          <a:bodyPr/>
          <a:lstStyle/>
          <a:p>
            <a:r>
              <a:rPr lang="en-US" dirty="0" smtClean="0"/>
              <a:t>Song Analysis</a:t>
            </a:r>
            <a:endParaRPr lang="en-US" dirty="0"/>
          </a:p>
        </p:txBody>
      </p:sp>
      <p:pic>
        <p:nvPicPr>
          <p:cNvPr id="7" name="Picture 6" descr="Screen Shot 2016-04-23 at 2.45.09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868"/>
            <a:ext cx="9144000" cy="1935131"/>
          </a:xfrm>
          <a:prstGeom prst="rect">
            <a:avLst/>
          </a:prstGeom>
        </p:spPr>
      </p:pic>
      <p:pic>
        <p:nvPicPr>
          <p:cNvPr id="8" name="Picture 7" descr="Screen Shot 2016-04-23 at 2.46.04 PM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1300"/>
            <a:ext cx="9144000" cy="1783876"/>
          </a:xfrm>
          <a:prstGeom prst="rect">
            <a:avLst/>
          </a:prstGeom>
        </p:spPr>
      </p:pic>
      <p:pic>
        <p:nvPicPr>
          <p:cNvPr id="9" name="Picture 8" descr="Screen Shot 2016-04-23 at 2.46.43 PM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49800"/>
            <a:ext cx="9144000" cy="1618486"/>
          </a:xfrm>
          <a:prstGeom prst="rect">
            <a:avLst/>
          </a:prstGeom>
        </p:spPr>
      </p:pic>
      <p:pic>
        <p:nvPicPr>
          <p:cNvPr id="3" name="hangouts_video_call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21500" y="155320"/>
            <a:ext cx="406400" cy="406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6261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9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4"/>
          <p:cNvSpPr/>
          <p:nvPr/>
        </p:nvSpPr>
        <p:spPr>
          <a:xfrm>
            <a:off x="4263854" y="2614825"/>
            <a:ext cx="616292" cy="87767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Screen Shot 2016-04-23 at 2.46.43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616200"/>
          </a:xfrm>
          <a:prstGeom prst="rect">
            <a:avLst/>
          </a:prstGeom>
        </p:spPr>
      </p:pic>
      <p:pic>
        <p:nvPicPr>
          <p:cNvPr id="8" name="Picture 7" descr="Screen Shot 2016-04-23 at 2.24.37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4100"/>
            <a:ext cx="9144000" cy="2729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3812" y="2995996"/>
            <a:ext cx="242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Fourier Transform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10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04-23 at 4.16.36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777"/>
            <a:ext cx="9144000" cy="605922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8181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6-04-23 at 6.13.4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" y="2371430"/>
            <a:ext cx="3484212" cy="2111969"/>
          </a:xfrm>
          <a:prstGeom prst="rect">
            <a:avLst/>
          </a:prstGeom>
        </p:spPr>
      </p:pic>
      <p:pic>
        <p:nvPicPr>
          <p:cNvPr id="7" name="Picture 6" descr="Screen Shot 2016-04-23 at 6.15.0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877" y="2565146"/>
            <a:ext cx="3714866" cy="1800105"/>
          </a:xfrm>
          <a:prstGeom prst="rect">
            <a:avLst/>
          </a:prstGeom>
        </p:spPr>
      </p:pic>
      <p:pic>
        <p:nvPicPr>
          <p:cNvPr id="10" name="Picture 9" descr="Screen Shot 2016-04-23 at 6.21.46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628" y="2239758"/>
            <a:ext cx="1874244" cy="578038"/>
          </a:xfrm>
          <a:prstGeom prst="rect">
            <a:avLst/>
          </a:prstGeom>
        </p:spPr>
      </p:pic>
      <p:pic>
        <p:nvPicPr>
          <p:cNvPr id="11" name="Picture 10" descr="Screen Shot 2016-04-23 at 6.23.01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988" y="2304330"/>
            <a:ext cx="2544501" cy="578038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3444473" y="2259992"/>
            <a:ext cx="2423179" cy="3425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Left Arrow 13"/>
          <p:cNvSpPr/>
          <p:nvPr/>
        </p:nvSpPr>
        <p:spPr>
          <a:xfrm>
            <a:off x="3444473" y="4806259"/>
            <a:ext cx="2423179" cy="3634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87112" y="1813864"/>
            <a:ext cx="242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Fourier Transform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229193" y="5202277"/>
            <a:ext cx="3035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Fourier Inverse Transform</a:t>
            </a:r>
            <a:endParaRPr lang="en-US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701675" y="2599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Fourier Transform Sound Analysis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04273" y="1741282"/>
            <a:ext cx="2852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Sound’s waveform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0331" y="1769124"/>
            <a:ext cx="2681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Sound’s frequencies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02993" y="4393879"/>
            <a:ext cx="2818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Amplitude vs.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982078" y="4412957"/>
            <a:ext cx="2241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Amplitude vs. time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57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600200"/>
            <a:ext cx="8042276" cy="5257799"/>
          </a:xfrm>
        </p:spPr>
        <p:txBody>
          <a:bodyPr/>
          <a:lstStyle/>
          <a:p>
            <a:r>
              <a:rPr lang="en-US" dirty="0" smtClean="0"/>
              <a:t>Create any audible wave equation:</a:t>
            </a:r>
          </a:p>
          <a:p>
            <a:pPr marL="0" indent="0">
              <a:buNone/>
            </a:pPr>
            <a:r>
              <a:rPr lang="en-US" dirty="0" smtClean="0"/>
              <a:t> 	i.e.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Put wave through Fourier transform &amp; output graph of frequencies and amplitudes.</a:t>
            </a:r>
          </a:p>
          <a:p>
            <a:pPr marL="349250" lvl="1" indent="0">
              <a:buNone/>
            </a:pPr>
            <a:r>
              <a:rPr lang="en-US" dirty="0" smtClean="0"/>
              <a:t>i.e.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399" y="4686945"/>
            <a:ext cx="3920773" cy="18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132" y="2147096"/>
            <a:ext cx="5239019" cy="1339919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023" y="4686945"/>
            <a:ext cx="3389875" cy="184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4550898" y="5507502"/>
            <a:ext cx="292501" cy="203981"/>
          </a:xfrm>
          <a:prstGeom prst="rightArrow">
            <a:avLst/>
          </a:prstGeom>
          <a:gradFill>
            <a:gsLst>
              <a:gs pos="27000">
                <a:schemeClr val="accent5">
                  <a:lumMod val="60000"/>
                  <a:lumOff val="40000"/>
                </a:schemeClr>
              </a:gs>
              <a:gs pos="100000">
                <a:schemeClr val="accent1">
                  <a:tint val="50000"/>
                  <a:shade val="100000"/>
                  <a:satMod val="1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1253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Fourier Transforms</a:t>
            </a:r>
          </a:p>
          <a:p>
            <a:pPr lvl="1"/>
            <a:r>
              <a:rPr lang="en-US" dirty="0" smtClean="0"/>
              <a:t>Input = a function</a:t>
            </a:r>
          </a:p>
          <a:p>
            <a:pPr lvl="1"/>
            <a:r>
              <a:rPr lang="en-US" dirty="0" smtClean="0"/>
              <a:t>Output = a similar function in a different “space”</a:t>
            </a:r>
          </a:p>
          <a:p>
            <a:pPr lvl="1"/>
            <a:r>
              <a:rPr lang="en-US" dirty="0" smtClean="0"/>
              <a:t>Have neat real world applications</a:t>
            </a:r>
          </a:p>
          <a:p>
            <a:pPr lvl="2"/>
            <a:r>
              <a:rPr lang="en-US" dirty="0" smtClean="0"/>
              <a:t>Sound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0019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 for listening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600" dirty="0" smtClean="0"/>
              <a:t>References</a:t>
            </a:r>
          </a:p>
          <a:p>
            <a:pPr marL="0" indent="0">
              <a:buNone/>
            </a:pPr>
            <a:r>
              <a:rPr lang="en-US" sz="1400" dirty="0"/>
              <a:t>Boas, Mary L. "Fourier Series and Transforms</a:t>
            </a:r>
            <a:r>
              <a:rPr lang="en-US" sz="1400" dirty="0" smtClean="0"/>
              <a:t>.” </a:t>
            </a:r>
            <a:r>
              <a:rPr lang="en-US" sz="1400" i="1" dirty="0" smtClean="0"/>
              <a:t>Mathematical </a:t>
            </a:r>
            <a:r>
              <a:rPr lang="en-US" sz="1400" i="1" dirty="0"/>
              <a:t>Methods in the Physical Sciences</a:t>
            </a:r>
            <a:r>
              <a:rPr lang="en-US" sz="1400" dirty="0"/>
              <a:t>. </a:t>
            </a:r>
            <a:r>
              <a:rPr lang="en-US" sz="1400" dirty="0" smtClean="0"/>
              <a:t>	New </a:t>
            </a:r>
            <a:r>
              <a:rPr lang="en-US" sz="1400" dirty="0"/>
              <a:t>York: Wiley, 1966. N. pag. Print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400" dirty="0"/>
              <a:t>Neto, Joao. "Fourier Transform: A R Tutorial." N.p., Mar. 2013. Web. &lt;http://www.di.fc.ul.pt/~jpn/r</a:t>
            </a:r>
            <a:r>
              <a:rPr lang="en-US" sz="1400" dirty="0" smtClean="0"/>
              <a:t>/	fourier</a:t>
            </a:r>
            <a:r>
              <a:rPr lang="en-US" sz="1400" dirty="0"/>
              <a:t>/fourier.html&gt;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400" dirty="0"/>
              <a:t>"The Fourier Transform." Stanford University, n.d. Web. &lt;http://web.stanford.edu/class/ee102</a:t>
            </a:r>
            <a:r>
              <a:rPr lang="en-US" sz="1400" dirty="0" smtClean="0"/>
              <a:t>/	lectures</a:t>
            </a:r>
            <a:r>
              <a:rPr lang="en-US" sz="1400" dirty="0"/>
              <a:t>/fourtran&gt;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400" dirty="0"/>
              <a:t>"FFT (Fast Fourier Transform) Waveform Analysis." </a:t>
            </a:r>
            <a:r>
              <a:rPr lang="en-US" sz="1400" i="1" dirty="0"/>
              <a:t>FFT (Fast Fourier Transform) Waveform Analysis</a:t>
            </a:r>
            <a:r>
              <a:rPr lang="en-US" sz="1400" dirty="0"/>
              <a:t>. </a:t>
            </a:r>
            <a:r>
              <a:rPr lang="en-US" sz="1400" dirty="0" smtClean="0"/>
              <a:t>	N.p</a:t>
            </a:r>
            <a:r>
              <a:rPr lang="en-US" sz="1400" dirty="0"/>
              <a:t>., n.d. Web. &lt;http://www.dataq.com/data-acquisition/general-education-tutorials/fft</a:t>
            </a:r>
            <a:r>
              <a:rPr lang="en-US" sz="1400" dirty="0" smtClean="0"/>
              <a:t>-	fast</a:t>
            </a:r>
            <a:r>
              <a:rPr lang="en-US" sz="1400" dirty="0"/>
              <a:t>-fourier-transform-waveform-analysis.html&gt;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400" dirty="0"/>
              <a:t>"Frequency-Domain And The Fourier Transform." </a:t>
            </a:r>
            <a:r>
              <a:rPr lang="en-US" sz="1400" i="1" dirty="0"/>
              <a:t>Computer Musically Speaking Introduction to Digital </a:t>
            </a:r>
            <a:r>
              <a:rPr lang="en-US" sz="1400" i="1" dirty="0" smtClean="0"/>
              <a:t>	Signal </a:t>
            </a:r>
            <a:r>
              <a:rPr lang="en-US" sz="1400" i="1" dirty="0"/>
              <a:t>Processing</a:t>
            </a:r>
            <a:r>
              <a:rPr lang="en-US" sz="1400" dirty="0"/>
              <a:t> (2009): 276-332. Web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400" dirty="0"/>
              <a:t>"The Fourier Series and Fourier Transform." </a:t>
            </a:r>
            <a:r>
              <a:rPr lang="en-US" sz="1400" i="1" dirty="0"/>
              <a:t>Circuit Analysis</a:t>
            </a:r>
            <a:r>
              <a:rPr lang="en-US" sz="1400" dirty="0"/>
              <a:t> (n.d.): 102-23. Web. &lt;http:/</a:t>
            </a:r>
            <a:r>
              <a:rPr lang="en-US" sz="1400" dirty="0" smtClean="0"/>
              <a:t>/	</a:t>
            </a:r>
            <a:r>
              <a:rPr lang="en-US" sz="1400" dirty="0" smtClean="0">
                <a:hlinkClick r:id="rId2"/>
              </a:rPr>
              <a:t>www.physik.uni</a:t>
            </a:r>
            <a:r>
              <a:rPr lang="en-US" sz="1400" dirty="0">
                <a:hlinkClick r:id="rId2"/>
              </a:rPr>
              <a:t>-kl.de/fileadmin/beigang/Vorlesungen/WS_07_08</a:t>
            </a:r>
            <a:r>
              <a:rPr lang="en-US" sz="1400" dirty="0" smtClean="0">
                <a:hlinkClick r:id="rId2"/>
              </a:rPr>
              <a:t>/</a:t>
            </a:r>
            <a:r>
              <a:rPr lang="en-US" sz="1400" dirty="0" smtClean="0"/>
              <a:t>			Fourier_Transforms_Rick_Trebino.pdf</a:t>
            </a:r>
            <a:r>
              <a:rPr lang="en-US" sz="1400" dirty="0"/>
              <a:t>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1890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</a:majorFont>
      <a:minorFont>
        <a:latin typeface="News Gothic MT"/>
        <a:ea typeface=""/>
        <a:cs typeface=""/>
        <a:font script="Jpan" typeface="ＭＳ Ｐゴシック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2004</TotalTime>
  <Words>204</Words>
  <Application>Microsoft Macintosh PowerPoint</Application>
  <PresentationFormat>On-screen Show (4:3)</PresentationFormat>
  <Paragraphs>74</Paragraphs>
  <Slides>14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Breeze</vt:lpstr>
      <vt:lpstr>Complex Analysis in Fourier Transform Applications</vt:lpstr>
      <vt:lpstr>Overview</vt:lpstr>
      <vt:lpstr>Fourier Transform</vt:lpstr>
      <vt:lpstr>Example</vt:lpstr>
      <vt:lpstr>Example cont.</vt:lpstr>
      <vt:lpstr>Applications of Fourier Transforms</vt:lpstr>
      <vt:lpstr>Sound</vt:lpstr>
      <vt:lpstr>Song Analysis</vt:lpstr>
      <vt:lpstr>PowerPoint Presentation</vt:lpstr>
      <vt:lpstr>PowerPoint Presentation</vt:lpstr>
      <vt:lpstr>PowerPoint Presentation</vt:lpstr>
      <vt:lpstr>Program</vt:lpstr>
      <vt:lpstr>Conclusion</vt:lpstr>
      <vt:lpstr>Thanks for listening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Mulvehill</dc:creator>
  <cp:lastModifiedBy>Matt Mulvehill</cp:lastModifiedBy>
  <cp:revision>49</cp:revision>
  <dcterms:created xsi:type="dcterms:W3CDTF">2016-04-23T19:35:20Z</dcterms:created>
  <dcterms:modified xsi:type="dcterms:W3CDTF">2016-04-25T13:15:19Z</dcterms:modified>
</cp:coreProperties>
</file>